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81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12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879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863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957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09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325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270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01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75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3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776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9936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246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89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044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775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423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6027E87-2ACE-4316-8F6B-0BF51389FA3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37F86C7-B300-4532-B9B3-3473591DB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799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4000 Indian courts have done away with typing. An AI revolution is on">
            <a:extLst>
              <a:ext uri="{FF2B5EF4-FFF2-40B4-BE49-F238E27FC236}">
                <a16:creationId xmlns:a16="http://schemas.microsoft.com/office/drawing/2014/main" id="{0E9D52D0-0305-CE9C-6397-4CAA5242B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1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214000"/>
                    </a14:imgEffect>
                    <a14:imgEffect>
                      <a14:brightnessContrast bright="-24000"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63135A-65C9-F7AC-DD34-23C7FBB03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5163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Speed Calculator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89CC08-7A08-B466-44E8-3F18050B3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3259660"/>
          </a:xfrm>
        </p:spPr>
        <p:txBody>
          <a:bodyPr>
            <a:normAutofit/>
          </a:bodyPr>
          <a:lstStyle/>
          <a:p>
            <a:r>
              <a:rPr lang="en-US" dirty="0"/>
              <a:t>Web Programming Project Built using React.js, HTML, CSS, JavaScript</a:t>
            </a:r>
          </a:p>
          <a:p>
            <a:r>
              <a:rPr lang="en-US" dirty="0"/>
              <a:t>A real-time typing performance analyzer that measures speed and accuracy with interactive UI</a:t>
            </a:r>
          </a:p>
          <a:p>
            <a:endParaRPr lang="en-IN" dirty="0"/>
          </a:p>
          <a:p>
            <a:r>
              <a:rPr lang="en-IN" dirty="0"/>
              <a:t>Professor: Mrs. Reya Sharma</a:t>
            </a:r>
          </a:p>
          <a:p>
            <a:r>
              <a:rPr lang="en-IN" dirty="0"/>
              <a:t>WEB PROGRAMMING BCSE203E</a:t>
            </a:r>
          </a:p>
          <a:p>
            <a:r>
              <a:rPr lang="en-IN" dirty="0"/>
              <a:t>L33+L34+L59+L60</a:t>
            </a:r>
          </a:p>
        </p:txBody>
      </p:sp>
    </p:spTree>
    <p:extLst>
      <p:ext uri="{BB962C8B-B14F-4D97-AF65-F5344CB8AC3E}">
        <p14:creationId xmlns:p14="http://schemas.microsoft.com/office/powerpoint/2010/main" val="422968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utin and Netanyahu: Friends again? | | AW">
            <a:extLst>
              <a:ext uri="{FF2B5EF4-FFF2-40B4-BE49-F238E27FC236}">
                <a16:creationId xmlns:a16="http://schemas.microsoft.com/office/drawing/2014/main" id="{D2BEB8E5-97DA-3069-C1DE-BF7F663EA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48000"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AF6F1E-A6ED-D3D1-A282-64E012C6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18" y="320232"/>
            <a:ext cx="10626164" cy="1983129"/>
          </a:xfrm>
        </p:spPr>
        <p:txBody>
          <a:bodyPr>
            <a:normAutofit/>
          </a:bodyPr>
          <a:lstStyle/>
          <a:p>
            <a:r>
              <a:rPr lang="en-US" sz="6000" b="1" u="sng" dirty="0"/>
              <a:t>Team Information</a:t>
            </a:r>
            <a:endParaRPr lang="en-IN" sz="60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A2BCA-1D67-CFCB-15BD-C45030E0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2592728"/>
            <a:ext cx="10353762" cy="4058751"/>
          </a:xfrm>
        </p:spPr>
        <p:txBody>
          <a:bodyPr>
            <a:normAutofit/>
          </a:bodyPr>
          <a:lstStyle/>
          <a:p>
            <a:r>
              <a:rPr lang="en-US" sz="3200" dirty="0"/>
              <a:t>Junaid Ahamed S</a:t>
            </a:r>
            <a:endParaRPr lang="en-IN" sz="3200" dirty="0"/>
          </a:p>
          <a:p>
            <a:pPr marL="36900" indent="0">
              <a:buNone/>
            </a:pPr>
            <a:r>
              <a:rPr lang="en-IN" sz="3200" dirty="0"/>
              <a:t>	24BCE2653</a:t>
            </a:r>
          </a:p>
          <a:p>
            <a:pPr marL="36900" indent="0">
              <a:buNone/>
            </a:pPr>
            <a:r>
              <a:rPr lang="en-IN" sz="3200" dirty="0"/>
              <a:t>	L33+34+59+60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16475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1518-16C8-E0F1-CDC0-BEECB3268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/>
              <a:t>Project Summary</a:t>
            </a:r>
            <a:endParaRPr lang="en-IN" sz="48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24898-E7B5-CDF4-54C1-8633DA960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952368"/>
            <a:ext cx="10353762" cy="4058751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400" dirty="0"/>
              <a:t>This project is a web-based Typing Speed Tester developed using React.js.</a:t>
            </a:r>
          </a:p>
          <a:p>
            <a:pPr marL="36900" indent="0">
              <a:buNone/>
            </a:pPr>
            <a:r>
              <a:rPr lang="en-US" sz="2400" dirty="0"/>
              <a:t>It allows users to test their typing speed in real time by typing a randomly generated paragraph.</a:t>
            </a:r>
          </a:p>
          <a:p>
            <a:pPr marL="36900" indent="0">
              <a:buNone/>
            </a:pPr>
            <a:endParaRPr lang="en-US" sz="2400" dirty="0"/>
          </a:p>
          <a:p>
            <a:pPr marL="36900" indent="0">
              <a:buNone/>
            </a:pPr>
            <a:r>
              <a:rPr lang="en-US" sz="2400" dirty="0"/>
              <a:t>The application provides immediate feedback on performance including:</a:t>
            </a:r>
          </a:p>
          <a:p>
            <a:r>
              <a:rPr lang="en-US" sz="2400" dirty="0"/>
              <a:t>Words Per Minute (WPM) </a:t>
            </a:r>
          </a:p>
          <a:p>
            <a:r>
              <a:rPr lang="en-US" sz="2400" dirty="0"/>
              <a:t>Accuracy </a:t>
            </a:r>
          </a:p>
          <a:p>
            <a:r>
              <a:rPr lang="en-US" sz="2400" dirty="0"/>
              <a:t>Number of correct characters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67872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56F62-674E-77B9-A07F-B81C3A168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671332"/>
            <a:ext cx="10353762" cy="5555847"/>
          </a:xfrm>
        </p:spPr>
        <p:txBody>
          <a:bodyPr/>
          <a:lstStyle/>
          <a:p>
            <a:pPr marL="36900" indent="0">
              <a:buNone/>
            </a:pPr>
            <a:r>
              <a:rPr lang="en-US" sz="4400" b="1" dirty="0"/>
              <a:t>Key features of the application:</a:t>
            </a:r>
          </a:p>
          <a:p>
            <a:pPr marL="36900" indent="0">
              <a:buNone/>
            </a:pPr>
            <a:endParaRPr lang="en-US" sz="4400" b="1" dirty="0"/>
          </a:p>
          <a:p>
            <a:r>
              <a:rPr lang="en-US" sz="2400" dirty="0"/>
              <a:t>Multiple difficulty levels (Easy, Medium, Hard, Code) </a:t>
            </a:r>
          </a:p>
          <a:p>
            <a:r>
              <a:rPr lang="en-US" sz="2400" dirty="0"/>
              <a:t>Real-time typing feedback with </a:t>
            </a:r>
            <a:r>
              <a:rPr lang="en-US" sz="2400" dirty="0">
                <a:solidFill>
                  <a:srgbClr val="FF0000"/>
                </a:solidFill>
              </a:rPr>
              <a:t>color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indicators</a:t>
            </a:r>
            <a:r>
              <a:rPr lang="en-US" sz="2400" dirty="0"/>
              <a:t> </a:t>
            </a:r>
          </a:p>
          <a:p>
            <a:r>
              <a:rPr lang="en-US" sz="2400" dirty="0"/>
              <a:t>Countdown timer for test duration </a:t>
            </a:r>
          </a:p>
          <a:p>
            <a:r>
              <a:rPr lang="en-US" sz="2400" dirty="0"/>
              <a:t>Press TAB key to restart the test</a:t>
            </a:r>
          </a:p>
          <a:p>
            <a:r>
              <a:rPr lang="en-US" sz="2400" dirty="0"/>
              <a:t>Performance rating system </a:t>
            </a:r>
          </a:p>
          <a:p>
            <a:r>
              <a:rPr lang="en-US" sz="2400" dirty="0"/>
              <a:t>Clean and responsive user interface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0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119F-5919-DC09-A824-891E30AD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/>
              <a:t>How Does The Code Work?</a:t>
            </a:r>
            <a:endParaRPr lang="en-IN" sz="48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4E559-273A-1781-FADB-07E41618A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714650"/>
          </a:xfrm>
        </p:spPr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en-IN" b="1" dirty="0"/>
              <a:t>The application is built using React functional components and hooks.</a:t>
            </a:r>
          </a:p>
          <a:p>
            <a:pPr marL="36900" indent="0">
              <a:buNone/>
            </a:pPr>
            <a:r>
              <a:rPr lang="en-IN" u="sng" dirty="0"/>
              <a:t>Main components include:</a:t>
            </a:r>
          </a:p>
          <a:p>
            <a:r>
              <a:rPr lang="en-IN" dirty="0"/>
              <a:t>App (Main controller) </a:t>
            </a:r>
          </a:p>
          <a:p>
            <a:r>
              <a:rPr lang="en-IN" dirty="0"/>
              <a:t>Timer (handles countdown) </a:t>
            </a:r>
          </a:p>
          <a:p>
            <a:r>
              <a:rPr lang="en-IN" dirty="0" err="1"/>
              <a:t>LiveStats</a:t>
            </a:r>
            <a:r>
              <a:rPr lang="en-IN" dirty="0"/>
              <a:t> (displays performance metrics) </a:t>
            </a:r>
          </a:p>
          <a:p>
            <a:r>
              <a:rPr lang="en-IN" dirty="0" err="1"/>
              <a:t>TypingBox</a:t>
            </a:r>
            <a:r>
              <a:rPr lang="en-IN" dirty="0"/>
              <a:t> (handles typing input) </a:t>
            </a:r>
          </a:p>
          <a:p>
            <a:r>
              <a:rPr lang="en-IN" dirty="0"/>
              <a:t>Result (displays final results) </a:t>
            </a:r>
          </a:p>
          <a:p>
            <a:pPr marL="36900" indent="0">
              <a:buNone/>
            </a:pPr>
            <a:r>
              <a:rPr lang="en-IN" u="sng" dirty="0"/>
              <a:t>React hooks used:</a:t>
            </a:r>
          </a:p>
          <a:p>
            <a:r>
              <a:rPr lang="en-IN" dirty="0" err="1"/>
              <a:t>useState</a:t>
            </a:r>
            <a:r>
              <a:rPr lang="en-IN" dirty="0"/>
              <a:t> for managing state </a:t>
            </a:r>
          </a:p>
          <a:p>
            <a:r>
              <a:rPr lang="en-IN" dirty="0" err="1"/>
              <a:t>useEffect</a:t>
            </a:r>
            <a:r>
              <a:rPr lang="en-IN" dirty="0"/>
              <a:t> for timers and lifecycle </a:t>
            </a:r>
          </a:p>
          <a:p>
            <a:r>
              <a:rPr lang="en-IN" dirty="0" err="1"/>
              <a:t>useRef</a:t>
            </a:r>
            <a:r>
              <a:rPr lang="en-IN" dirty="0"/>
              <a:t> for input focus </a:t>
            </a:r>
          </a:p>
          <a:p>
            <a:r>
              <a:rPr lang="en-IN" dirty="0" err="1"/>
              <a:t>useCallback</a:t>
            </a:r>
            <a:r>
              <a:rPr lang="en-IN" dirty="0"/>
              <a:t> for optimized functions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2808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9A46E-A32E-8788-8327-96F96F664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763929"/>
            <a:ext cx="10353762" cy="5266481"/>
          </a:xfrm>
        </p:spPr>
        <p:txBody>
          <a:bodyPr/>
          <a:lstStyle/>
          <a:p>
            <a:pPr marL="36900" indent="0">
              <a:buNone/>
            </a:pPr>
            <a:r>
              <a:rPr lang="en-US" sz="3200" b="1" dirty="0"/>
              <a:t>Working logic:</a:t>
            </a:r>
          </a:p>
          <a:p>
            <a:pPr marL="36900" indent="0">
              <a:buNone/>
            </a:pPr>
            <a:endParaRPr lang="en-US" sz="3200" b="1" dirty="0"/>
          </a:p>
          <a:p>
            <a:r>
              <a:rPr lang="en-US" sz="2400" dirty="0"/>
              <a:t>A random paragraph is selected based on difficulty </a:t>
            </a:r>
          </a:p>
          <a:p>
            <a:r>
              <a:rPr lang="en-US" sz="2400" dirty="0"/>
              <a:t>User starts typing → timer begins automatically </a:t>
            </a:r>
          </a:p>
          <a:p>
            <a:r>
              <a:rPr lang="en-US" sz="2400" dirty="0"/>
              <a:t>Input is compared character-by-character with the paragraph </a:t>
            </a:r>
          </a:p>
          <a:p>
            <a:r>
              <a:rPr lang="en-US" sz="2400" dirty="0"/>
              <a:t>Characters are marked: 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Green</a:t>
            </a:r>
            <a:r>
              <a:rPr lang="en-US" sz="2000" dirty="0"/>
              <a:t> → correct 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Red</a:t>
            </a:r>
            <a:r>
              <a:rPr lang="en-US" sz="2000" dirty="0"/>
              <a:t> → incorrect </a:t>
            </a:r>
          </a:p>
          <a:p>
            <a:r>
              <a:rPr lang="en-US" sz="2400" dirty="0"/>
              <a:t>Real-time stats are updated continuously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18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8C076-CD82-CBF9-7FC8-ABB3D6A4B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590309"/>
            <a:ext cx="10353762" cy="5694744"/>
          </a:xfrm>
        </p:spPr>
        <p:txBody>
          <a:bodyPr/>
          <a:lstStyle/>
          <a:p>
            <a:pPr marL="36900" indent="0">
              <a:buNone/>
            </a:pPr>
            <a:r>
              <a:rPr lang="en-US" sz="2400" b="1" dirty="0"/>
              <a:t>Performance calculations:</a:t>
            </a:r>
          </a:p>
          <a:p>
            <a:r>
              <a:rPr lang="en-US" dirty="0"/>
              <a:t>WPM (Words Per Minute):</a:t>
            </a:r>
            <a:br>
              <a:rPr lang="en-US" dirty="0"/>
            </a:br>
            <a:r>
              <a:rPr lang="en-US" dirty="0"/>
              <a:t>Based on correct characters typed divided by time </a:t>
            </a:r>
          </a:p>
          <a:p>
            <a:r>
              <a:rPr lang="en-US" dirty="0"/>
              <a:t>Accuracy:</a:t>
            </a:r>
            <a:br>
              <a:rPr lang="en-US" dirty="0"/>
            </a:br>
            <a:r>
              <a:rPr lang="en-US" dirty="0"/>
              <a:t>(Correct characters / Total typed) × 100 </a:t>
            </a:r>
          </a:p>
          <a:p>
            <a:r>
              <a:rPr lang="en-US" dirty="0"/>
              <a:t>Timer:</a:t>
            </a:r>
            <a:br>
              <a:rPr lang="en-US" dirty="0"/>
            </a:br>
            <a:r>
              <a:rPr lang="en-US" dirty="0"/>
              <a:t>Runs for 60 seconds using </a:t>
            </a:r>
            <a:r>
              <a:rPr lang="en-US" dirty="0" err="1"/>
              <a:t>setInterval</a:t>
            </a:r>
            <a:r>
              <a:rPr lang="en-US" dirty="0"/>
              <a:t> </a:t>
            </a:r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sz="2400" b="1" dirty="0"/>
              <a:t>Test ends when:</a:t>
            </a:r>
          </a:p>
          <a:p>
            <a:r>
              <a:rPr lang="en-US" dirty="0"/>
              <a:t>Timer reaches zero OR </a:t>
            </a:r>
          </a:p>
          <a:p>
            <a:r>
              <a:rPr lang="en-US" dirty="0"/>
              <a:t>Paragraph is fully typed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147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Vintage terminal for Ubuntu - Unix &amp; Linux Stack Exchange">
            <a:extLst>
              <a:ext uri="{FF2B5EF4-FFF2-40B4-BE49-F238E27FC236}">
                <a16:creationId xmlns:a16="http://schemas.microsoft.com/office/drawing/2014/main" id="{14791109-6139-992E-696C-983C745EF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5000"/>
                    </a14:imgEffect>
                    <a14:imgEffect>
                      <a14:brightnessContrast bright="-21000" contrast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7CA39C-F2E3-3B51-55E1-E3B69E4E5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599"/>
            <a:ext cx="12192000" cy="5409235"/>
          </a:xfrm>
        </p:spPr>
        <p:txBody>
          <a:bodyPr>
            <a:noAutofit/>
          </a:bodyPr>
          <a:lstStyle/>
          <a:p>
            <a:r>
              <a:rPr lang="en-US" sz="15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  <a:endParaRPr lang="en-IN" sz="15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08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59784-728E-54EF-4381-DE8D72AC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App.css</a:t>
            </a:r>
            <a:endParaRPr lang="en-IN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BDA46-D6EA-92FF-CCBA-710841F1E70B}"/>
              </a:ext>
            </a:extLst>
          </p:cNvPr>
          <p:cNvSpPr txBox="1"/>
          <p:nvPr/>
        </p:nvSpPr>
        <p:spPr>
          <a:xfrm>
            <a:off x="92597" y="2136338"/>
            <a:ext cx="1083219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900" indent="0">
              <a:buNone/>
            </a:pPr>
            <a:r>
              <a:rPr lang="pt-BR" sz="2400" dirty="0"/>
              <a:t>@import url('https://fonts.googleapis.com/css2?family=JetBrains+Mono:wght@</a:t>
            </a:r>
          </a:p>
          <a:p>
            <a:pPr marL="36900" indent="0">
              <a:buNone/>
            </a:pPr>
            <a:r>
              <a:rPr lang="pt-BR" sz="2400" dirty="0"/>
              <a:t>300;400;500;700&amp;family=Space+Mono:</a:t>
            </a:r>
          </a:p>
          <a:p>
            <a:pPr marL="36900" indent="0">
              <a:buNone/>
            </a:pPr>
            <a:r>
              <a:rPr lang="pt-BR" sz="2400" dirty="0"/>
              <a:t>wght@400;700&amp;display=swap');</a:t>
            </a:r>
          </a:p>
          <a:p>
            <a:pPr marL="36900" indent="0">
              <a:buNone/>
            </a:pPr>
            <a:endParaRPr lang="pt-BR" sz="2400" dirty="0"/>
          </a:p>
          <a:p>
            <a:pPr marL="36900" indent="0">
              <a:buNone/>
            </a:pPr>
            <a:r>
              <a:rPr lang="pt-BR" sz="2400" dirty="0"/>
              <a:t>:root {</a:t>
            </a:r>
          </a:p>
          <a:p>
            <a:pPr marL="36900" indent="0">
              <a:buNone/>
            </a:pPr>
            <a:r>
              <a:rPr lang="pt-BR" sz="2400" dirty="0"/>
              <a:t>  --bg: #0d0f14;</a:t>
            </a:r>
          </a:p>
          <a:p>
            <a:pPr marL="36900" indent="0">
              <a:buNone/>
            </a:pPr>
            <a:r>
              <a:rPr lang="pt-BR" sz="2400" dirty="0"/>
              <a:t>  --bg2: #13161e;</a:t>
            </a:r>
          </a:p>
          <a:p>
            <a:pPr marL="36900" indent="0">
              <a:buNone/>
            </a:pPr>
            <a:r>
              <a:rPr lang="pt-BR" sz="2400" dirty="0"/>
              <a:t>  --bg3: #1a1e2a;</a:t>
            </a:r>
          </a:p>
          <a:p>
            <a:pPr marL="36900" indent="0">
              <a:buNone/>
            </a:pPr>
            <a:r>
              <a:rPr lang="pt-BR" sz="2400" dirty="0"/>
              <a:t>  --border: #2a2f3f;</a:t>
            </a:r>
          </a:p>
          <a:p>
            <a:pPr marL="36900" indent="0">
              <a:buNone/>
            </a:pPr>
            <a:r>
              <a:rPr lang="pt-BR" sz="2400" dirty="0"/>
              <a:t>  --text: #c8cdd8;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2836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1C01E6-1F31-A227-ADDD-5E5CF9086EEB}"/>
              </a:ext>
            </a:extLst>
          </p:cNvPr>
          <p:cNvSpPr txBox="1"/>
          <p:nvPr/>
        </p:nvSpPr>
        <p:spPr>
          <a:xfrm>
            <a:off x="462987" y="0"/>
            <a:ext cx="2609625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.app {</a:t>
            </a:r>
          </a:p>
          <a:p>
            <a:r>
              <a:rPr lang="en-IN" sz="1400" dirty="0"/>
              <a:t>  display: flex;</a:t>
            </a:r>
          </a:p>
          <a:p>
            <a:r>
              <a:rPr lang="en-IN" sz="1400" dirty="0"/>
              <a:t>  flex-direction: column;</a:t>
            </a:r>
          </a:p>
          <a:p>
            <a:r>
              <a:rPr lang="en-IN" sz="1400" dirty="0"/>
              <a:t>  align-items: </a:t>
            </a:r>
            <a:r>
              <a:rPr lang="en-IN" sz="1400" dirty="0" err="1"/>
              <a:t>center</a:t>
            </a:r>
            <a:r>
              <a:rPr lang="en-IN" sz="1400" dirty="0"/>
              <a:t>;</a:t>
            </a:r>
          </a:p>
          <a:p>
            <a:r>
              <a:rPr lang="en-IN" sz="1400" dirty="0"/>
              <a:t>  min-height: 100vh;</a:t>
            </a:r>
          </a:p>
          <a:p>
            <a:r>
              <a:rPr lang="en-IN" sz="1400" dirty="0"/>
              <a:t>  padding: 2rem;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IN" sz="1400" dirty="0"/>
              <a:t>.app-header {</a:t>
            </a:r>
          </a:p>
          <a:p>
            <a:r>
              <a:rPr lang="en-IN" sz="1400" dirty="0"/>
              <a:t>  text-align: </a:t>
            </a:r>
            <a:r>
              <a:rPr lang="en-IN" sz="1400" dirty="0" err="1"/>
              <a:t>center</a:t>
            </a:r>
            <a:r>
              <a:rPr lang="en-IN" sz="1400" dirty="0"/>
              <a:t>;</a:t>
            </a:r>
          </a:p>
          <a:p>
            <a:r>
              <a:rPr lang="en-IN" sz="1400" dirty="0"/>
              <a:t>  margin-bottom: 2rem;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IN" sz="1400" dirty="0"/>
              <a:t>.logo {</a:t>
            </a:r>
          </a:p>
          <a:p>
            <a:r>
              <a:rPr lang="en-IN" sz="1400" dirty="0"/>
              <a:t>  font-size: 2rem;</a:t>
            </a:r>
          </a:p>
          <a:p>
            <a:r>
              <a:rPr lang="en-IN" sz="1400" dirty="0"/>
              <a:t>  font-weight: bold;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IN" sz="1400" dirty="0"/>
              <a:t>.controls {</a:t>
            </a:r>
          </a:p>
          <a:p>
            <a:r>
              <a:rPr lang="en-IN" sz="1400" dirty="0"/>
              <a:t>  display: flex;</a:t>
            </a:r>
          </a:p>
          <a:p>
            <a:r>
              <a:rPr lang="en-IN" sz="1400" dirty="0"/>
              <a:t>  gap: 1rem;</a:t>
            </a:r>
          </a:p>
          <a:p>
            <a:r>
              <a:rPr lang="en-IN" sz="1400" dirty="0"/>
              <a:t>  margin-bottom: 2rem;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IN" sz="1400" dirty="0"/>
              <a:t>.ctrl-</a:t>
            </a:r>
            <a:r>
              <a:rPr lang="en-IN" sz="1400" dirty="0" err="1"/>
              <a:t>btn</a:t>
            </a:r>
            <a:r>
              <a:rPr lang="en-IN" sz="1400" dirty="0"/>
              <a:t> {</a:t>
            </a:r>
          </a:p>
          <a:p>
            <a:r>
              <a:rPr lang="en-IN" sz="1400" dirty="0"/>
              <a:t>  background: var(--bg2);</a:t>
            </a:r>
          </a:p>
          <a:p>
            <a:r>
              <a:rPr lang="en-IN" sz="1400" dirty="0"/>
              <a:t>  border: 1px solid var(--border);</a:t>
            </a:r>
          </a:p>
          <a:p>
            <a:r>
              <a:rPr lang="en-IN" sz="1400" dirty="0"/>
              <a:t>  padding: 0.4rem 0.8rem;</a:t>
            </a:r>
          </a:p>
          <a:p>
            <a:r>
              <a:rPr lang="en-IN" sz="1400" dirty="0"/>
              <a:t>  cursor: pointer;</a:t>
            </a:r>
          </a:p>
          <a:p>
            <a:r>
              <a:rPr lang="en-IN" sz="14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BC5B2-4AD0-9121-F03D-5F3089378F7A}"/>
              </a:ext>
            </a:extLst>
          </p:cNvPr>
          <p:cNvSpPr txBox="1"/>
          <p:nvPr/>
        </p:nvSpPr>
        <p:spPr>
          <a:xfrm>
            <a:off x="3738622" y="0"/>
            <a:ext cx="2408736" cy="652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.test-area {</a:t>
            </a:r>
          </a:p>
          <a:p>
            <a:r>
              <a:rPr lang="en-IN" sz="1600" dirty="0"/>
              <a:t>  width: 100%;</a:t>
            </a:r>
          </a:p>
          <a:p>
            <a:r>
              <a:rPr lang="en-IN" sz="1600" dirty="0"/>
              <a:t>  max-width: 800px;</a:t>
            </a:r>
          </a:p>
          <a:p>
            <a:r>
              <a:rPr lang="en-IN" sz="1600" dirty="0"/>
              <a:t>}</a:t>
            </a:r>
          </a:p>
          <a:p>
            <a:endParaRPr lang="en-IN" sz="1600" dirty="0"/>
          </a:p>
          <a:p>
            <a:r>
              <a:rPr lang="en-IN" sz="1600" dirty="0"/>
              <a:t>.timer-wrapper {</a:t>
            </a:r>
          </a:p>
          <a:p>
            <a:r>
              <a:rPr lang="en-IN" sz="1600" dirty="0"/>
              <a:t>  display: flex;</a:t>
            </a:r>
          </a:p>
          <a:p>
            <a:r>
              <a:rPr lang="en-IN" sz="1600" dirty="0"/>
              <a:t>  align-items: </a:t>
            </a:r>
            <a:r>
              <a:rPr lang="en-IN" sz="1600" dirty="0" err="1"/>
              <a:t>center</a:t>
            </a:r>
            <a:r>
              <a:rPr lang="en-IN" sz="1600" dirty="0"/>
              <a:t>;</a:t>
            </a:r>
          </a:p>
          <a:p>
            <a:r>
              <a:rPr lang="en-IN" sz="1600" dirty="0"/>
              <a:t>  gap: 1rem;</a:t>
            </a:r>
          </a:p>
          <a:p>
            <a:r>
              <a:rPr lang="en-IN" sz="1600" dirty="0"/>
              <a:t>}</a:t>
            </a:r>
          </a:p>
          <a:p>
            <a:endParaRPr lang="en-IN" sz="1600" dirty="0"/>
          </a:p>
          <a:p>
            <a:r>
              <a:rPr lang="en-IN" sz="1600" dirty="0"/>
              <a:t>.timer-number {</a:t>
            </a:r>
          </a:p>
          <a:p>
            <a:r>
              <a:rPr lang="en-IN" sz="1600" dirty="0"/>
              <a:t>  font-size: 2rem;</a:t>
            </a:r>
          </a:p>
          <a:p>
            <a:r>
              <a:rPr lang="en-IN" sz="1600" dirty="0"/>
              <a:t>  </a:t>
            </a:r>
            <a:r>
              <a:rPr lang="en-IN" sz="1600" dirty="0" err="1"/>
              <a:t>color</a:t>
            </a:r>
            <a:r>
              <a:rPr lang="en-IN" sz="1600" dirty="0"/>
              <a:t>: var(--cyan);</a:t>
            </a:r>
          </a:p>
          <a:p>
            <a:r>
              <a:rPr lang="en-IN" sz="1600" dirty="0"/>
              <a:t>}</a:t>
            </a:r>
          </a:p>
          <a:p>
            <a:endParaRPr lang="en-IN" sz="1600" dirty="0"/>
          </a:p>
          <a:p>
            <a:r>
              <a:rPr lang="en-IN" sz="1600" dirty="0"/>
              <a:t>.timer-bar-</a:t>
            </a:r>
            <a:r>
              <a:rPr lang="en-IN" sz="1600" dirty="0" err="1"/>
              <a:t>bg</a:t>
            </a:r>
            <a:r>
              <a:rPr lang="en-IN" sz="1600" dirty="0"/>
              <a:t> {</a:t>
            </a:r>
          </a:p>
          <a:p>
            <a:r>
              <a:rPr lang="en-IN" sz="1600" dirty="0"/>
              <a:t>  flex: 1;</a:t>
            </a:r>
          </a:p>
          <a:p>
            <a:r>
              <a:rPr lang="en-IN" sz="1600" dirty="0"/>
              <a:t>  height: 4px;</a:t>
            </a:r>
          </a:p>
          <a:p>
            <a:r>
              <a:rPr lang="en-IN" sz="1600" dirty="0"/>
              <a:t>  background: var(--bg3);</a:t>
            </a:r>
          </a:p>
          <a:p>
            <a:r>
              <a:rPr lang="en-IN" sz="1600" dirty="0"/>
              <a:t>}</a:t>
            </a:r>
          </a:p>
          <a:p>
            <a:endParaRPr lang="en-IN" sz="1600" dirty="0"/>
          </a:p>
          <a:p>
            <a:r>
              <a:rPr lang="en-IN" sz="1600" dirty="0"/>
              <a:t>.timer-bar-fill {</a:t>
            </a:r>
          </a:p>
          <a:p>
            <a:r>
              <a:rPr lang="en-IN" sz="1600" dirty="0"/>
              <a:t>  height: 100%;</a:t>
            </a:r>
          </a:p>
          <a:p>
            <a:r>
              <a:rPr lang="en-IN" sz="1600" dirty="0"/>
              <a:t>  background: var(--cyan);</a:t>
            </a:r>
          </a:p>
          <a:p>
            <a:r>
              <a:rPr lang="en-IN" sz="16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D1D72-4B72-C458-DF74-D67369A23016}"/>
              </a:ext>
            </a:extLst>
          </p:cNvPr>
          <p:cNvSpPr txBox="1"/>
          <p:nvPr/>
        </p:nvSpPr>
        <p:spPr>
          <a:xfrm>
            <a:off x="6504972" y="0"/>
            <a:ext cx="4196213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.live-stats {</a:t>
            </a:r>
          </a:p>
          <a:p>
            <a:r>
              <a:rPr lang="en-IN" sz="1400" dirty="0"/>
              <a:t>  display: flex;</a:t>
            </a:r>
          </a:p>
          <a:p>
            <a:r>
              <a:rPr lang="en-IN" sz="1400" dirty="0"/>
              <a:t>  gap: 0.5rem;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IN" sz="1400" dirty="0"/>
              <a:t>.stat-pill {</a:t>
            </a:r>
          </a:p>
          <a:p>
            <a:r>
              <a:rPr lang="en-IN" sz="1400" dirty="0"/>
              <a:t>  background: var(--bg2);</a:t>
            </a:r>
          </a:p>
          <a:p>
            <a:r>
              <a:rPr lang="en-IN" sz="1400" dirty="0"/>
              <a:t>  border: 1px solid var(--border);</a:t>
            </a:r>
          </a:p>
          <a:p>
            <a:r>
              <a:rPr lang="en-IN" sz="1400" dirty="0"/>
              <a:t>  padding: 0.5rem;</a:t>
            </a:r>
          </a:p>
          <a:p>
            <a:r>
              <a:rPr lang="en-IN" sz="1400" dirty="0"/>
              <a:t>  text-align: </a:t>
            </a:r>
            <a:r>
              <a:rPr lang="en-IN" sz="1400" dirty="0" err="1"/>
              <a:t>center</a:t>
            </a:r>
            <a:r>
              <a:rPr lang="en-IN" sz="1400" dirty="0"/>
              <a:t>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IN" sz="1400" dirty="0"/>
              <a:t>.stat-</a:t>
            </a:r>
            <a:r>
              <a:rPr lang="en-IN" sz="1400" dirty="0" err="1"/>
              <a:t>val</a:t>
            </a:r>
            <a:r>
              <a:rPr lang="en-IN" sz="1400" dirty="0"/>
              <a:t> {</a:t>
            </a:r>
          </a:p>
          <a:p>
            <a:r>
              <a:rPr lang="en-IN" sz="1400" dirty="0"/>
              <a:t>  font-size: 1.2rem;</a:t>
            </a:r>
          </a:p>
          <a:p>
            <a:r>
              <a:rPr lang="en-IN" sz="1400" dirty="0"/>
              <a:t>  </a:t>
            </a:r>
            <a:r>
              <a:rPr lang="en-IN" sz="1400" dirty="0" err="1"/>
              <a:t>color</a:t>
            </a:r>
            <a:r>
              <a:rPr lang="en-IN" sz="1400" dirty="0"/>
              <a:t>: white;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IN" sz="1400" dirty="0"/>
              <a:t>.typing-box {</a:t>
            </a:r>
          </a:p>
          <a:p>
            <a:r>
              <a:rPr lang="en-IN" sz="1400" dirty="0"/>
              <a:t>  background: var(--bg2);</a:t>
            </a:r>
          </a:p>
          <a:p>
            <a:r>
              <a:rPr lang="en-IN" sz="1400" dirty="0"/>
              <a:t>  border: 1px solid var(--border);</a:t>
            </a:r>
          </a:p>
          <a:p>
            <a:r>
              <a:rPr lang="en-IN" sz="1400" dirty="0"/>
              <a:t>  padding: 1.5rem;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IN" sz="1400" dirty="0"/>
              <a:t>.text-display {</a:t>
            </a:r>
          </a:p>
          <a:p>
            <a:r>
              <a:rPr lang="en-IN" sz="1400" dirty="0"/>
              <a:t>  line-height: 1.8;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IN" sz="1400" dirty="0"/>
              <a:t>.char-correct { </a:t>
            </a:r>
            <a:r>
              <a:rPr lang="en-IN" sz="1400" dirty="0" err="1"/>
              <a:t>color</a:t>
            </a:r>
            <a:r>
              <a:rPr lang="en-IN" sz="1400" dirty="0"/>
              <a:t>: var(--green); }</a:t>
            </a:r>
          </a:p>
          <a:p>
            <a:r>
              <a:rPr lang="en-IN" sz="1400" dirty="0"/>
              <a:t>.char-wrong { </a:t>
            </a:r>
            <a:r>
              <a:rPr lang="en-IN" sz="1400" dirty="0" err="1"/>
              <a:t>color</a:t>
            </a:r>
            <a:r>
              <a:rPr lang="en-IN" sz="1400" dirty="0"/>
              <a:t>: var(--red); }</a:t>
            </a:r>
          </a:p>
          <a:p>
            <a:r>
              <a:rPr lang="en-IN" sz="1400" dirty="0"/>
              <a:t>.char-cursor { border-bottom: 2px solid var(--cyan); }</a:t>
            </a:r>
          </a:p>
        </p:txBody>
      </p:sp>
    </p:spTree>
    <p:extLst>
      <p:ext uri="{BB962C8B-B14F-4D97-AF65-F5344CB8AC3E}">
        <p14:creationId xmlns:p14="http://schemas.microsoft.com/office/powerpoint/2010/main" val="1694975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8BC828-4E70-A3CB-8A60-9D946B3F3AE0}"/>
              </a:ext>
            </a:extLst>
          </p:cNvPr>
          <p:cNvSpPr txBox="1"/>
          <p:nvPr/>
        </p:nvSpPr>
        <p:spPr>
          <a:xfrm>
            <a:off x="0" y="0"/>
            <a:ext cx="329583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.result-screen {</a:t>
            </a:r>
          </a:p>
          <a:p>
            <a:r>
              <a:rPr lang="en-IN" dirty="0"/>
              <a:t>  background: var(--bg2);</a:t>
            </a:r>
          </a:p>
          <a:p>
            <a:r>
              <a:rPr lang="en-IN" dirty="0"/>
              <a:t>  border: 1px solid var(--border);</a:t>
            </a:r>
          </a:p>
          <a:p>
            <a:r>
              <a:rPr lang="en-IN" dirty="0"/>
              <a:t>  padding: 2rem;</a:t>
            </a:r>
          </a:p>
          <a:p>
            <a:r>
              <a:rPr lang="en-IN" dirty="0"/>
              <a:t>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.result-number {</a:t>
            </a:r>
          </a:p>
          <a:p>
            <a:r>
              <a:rPr lang="en-IN" dirty="0"/>
              <a:t>  font-size: 2.5rem;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.restart-</a:t>
            </a:r>
            <a:r>
              <a:rPr lang="en-IN" dirty="0" err="1"/>
              <a:t>btn</a:t>
            </a:r>
            <a:r>
              <a:rPr lang="en-IN" dirty="0"/>
              <a:t> {</a:t>
            </a:r>
          </a:p>
          <a:p>
            <a:r>
              <a:rPr lang="en-IN" dirty="0"/>
              <a:t>  border: 1px solid var(--green);</a:t>
            </a:r>
          </a:p>
          <a:p>
            <a:r>
              <a:rPr lang="en-IN" dirty="0"/>
              <a:t>  padding: 0.5rem 1.5rem;</a:t>
            </a:r>
          </a:p>
          <a:p>
            <a:r>
              <a:rPr lang="en-IN" dirty="0"/>
              <a:t>  cursor: pointer;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36DB9-26C3-38FE-4A14-8DC9706A42BF}"/>
              </a:ext>
            </a:extLst>
          </p:cNvPr>
          <p:cNvSpPr txBox="1"/>
          <p:nvPr/>
        </p:nvSpPr>
        <p:spPr>
          <a:xfrm>
            <a:off x="3576577" y="0"/>
            <a:ext cx="3786165" cy="710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App.js</a:t>
            </a:r>
          </a:p>
          <a:p>
            <a:endParaRPr lang="en-US" sz="3200" b="1" u="sng" dirty="0"/>
          </a:p>
          <a:p>
            <a:r>
              <a:rPr lang="en-US" dirty="0"/>
              <a:t>import { </a:t>
            </a:r>
            <a:r>
              <a:rPr lang="en-US" dirty="0" err="1"/>
              <a:t>useState</a:t>
            </a:r>
            <a:r>
              <a:rPr lang="en-US" dirty="0"/>
              <a:t>, </a:t>
            </a:r>
            <a:r>
              <a:rPr lang="en-US" dirty="0" err="1"/>
              <a:t>useEffect</a:t>
            </a:r>
            <a:r>
              <a:rPr lang="en-US" dirty="0"/>
              <a:t>, </a:t>
            </a:r>
            <a:r>
              <a:rPr lang="en-US" dirty="0" err="1"/>
              <a:t>useRef</a:t>
            </a:r>
            <a:r>
              <a:rPr lang="en-US" dirty="0"/>
              <a:t>, </a:t>
            </a:r>
          </a:p>
          <a:p>
            <a:r>
              <a:rPr lang="en-US" dirty="0" err="1"/>
              <a:t>useCallback</a:t>
            </a:r>
            <a:r>
              <a:rPr lang="en-US" dirty="0"/>
              <a:t> } from "react";</a:t>
            </a:r>
          </a:p>
          <a:p>
            <a:r>
              <a:rPr lang="en-US" dirty="0"/>
              <a:t>import "./App.css";</a:t>
            </a:r>
          </a:p>
          <a:p>
            <a:r>
              <a:rPr lang="en-US" dirty="0"/>
              <a:t>const PARAGRAPHS = {</a:t>
            </a:r>
          </a:p>
          <a:p>
            <a:r>
              <a:rPr lang="en-US" dirty="0"/>
              <a:t>  easy: [</a:t>
            </a:r>
          </a:p>
          <a:p>
            <a:r>
              <a:rPr lang="en-US" sz="1600" dirty="0"/>
              <a:t>    "the cat sat on the</a:t>
            </a:r>
          </a:p>
          <a:p>
            <a:r>
              <a:rPr lang="en-US" sz="1600" dirty="0"/>
              <a:t>mat and looked at the sun </a:t>
            </a:r>
          </a:p>
          <a:p>
            <a:r>
              <a:rPr lang="en-US" sz="1600" dirty="0"/>
              <a:t>the dog ran in</a:t>
            </a:r>
          </a:p>
          <a:p>
            <a:r>
              <a:rPr lang="en-US" sz="1600" dirty="0"/>
              <a:t>the park and had a</a:t>
            </a:r>
          </a:p>
          <a:p>
            <a:r>
              <a:rPr lang="en-US" sz="1600" dirty="0"/>
              <a:t>lot of fun the bird</a:t>
            </a:r>
          </a:p>
          <a:p>
            <a:r>
              <a:rPr lang="en-US" sz="1600" dirty="0"/>
              <a:t>sang a song and flew</a:t>
            </a:r>
          </a:p>
          <a:p>
            <a:r>
              <a:rPr lang="en-US" sz="1600" dirty="0"/>
              <a:t>up to the sky it</a:t>
            </a:r>
          </a:p>
          <a:p>
            <a:r>
              <a:rPr lang="en-US" sz="1600" dirty="0"/>
              <a:t>was a warm and bright</a:t>
            </a:r>
          </a:p>
          <a:p>
            <a:r>
              <a:rPr lang="en-US" sz="1600" dirty="0"/>
              <a:t>day in the month of</a:t>
            </a:r>
          </a:p>
          <a:p>
            <a:r>
              <a:rPr lang="en-US" sz="1600" dirty="0"/>
              <a:t>may", "she went to the store</a:t>
            </a:r>
          </a:p>
          <a:p>
            <a:r>
              <a:rPr lang="en-US" sz="1600" dirty="0"/>
              <a:t>to buy some bread and</a:t>
            </a:r>
          </a:p>
          <a:p>
            <a:r>
              <a:rPr lang="en-US" sz="1600" dirty="0"/>
              <a:t>milk she paid for the</a:t>
            </a:r>
          </a:p>
          <a:p>
            <a:r>
              <a:rPr lang="en-US" sz="1600" dirty="0"/>
              <a:t>food and walked back home</a:t>
            </a:r>
          </a:p>
          <a:p>
            <a:r>
              <a:rPr lang="en-US" sz="1600" dirty="0"/>
              <a:t>the air was cool and</a:t>
            </a:r>
          </a:p>
          <a:p>
            <a:r>
              <a:rPr lang="en-US" sz="1600" dirty="0"/>
              <a:t>the birds were singing she</a:t>
            </a:r>
          </a:p>
          <a:p>
            <a:r>
              <a:rPr lang="en-US" sz="1600" dirty="0"/>
              <a:t>felt happy and calm as</a:t>
            </a:r>
          </a:p>
          <a:p>
            <a:r>
              <a:rPr lang="en-US" sz="1600" dirty="0"/>
              <a:t>she walked along the road",</a:t>
            </a:r>
            <a:endParaRPr lang="en-IN" sz="1600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F2A0D-1787-8A1E-E6DB-B95D5CB8EFCA}"/>
              </a:ext>
            </a:extLst>
          </p:cNvPr>
          <p:cNvSpPr txBox="1"/>
          <p:nvPr/>
        </p:nvSpPr>
        <p:spPr>
          <a:xfrm>
            <a:off x="8310624" y="751344"/>
            <a:ext cx="2862771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"he likes to read books</a:t>
            </a:r>
          </a:p>
          <a:p>
            <a:r>
              <a:rPr lang="en-US" dirty="0"/>
              <a:t>and learn new things every</a:t>
            </a:r>
          </a:p>
          <a:p>
            <a:r>
              <a:rPr lang="en-US" dirty="0"/>
              <a:t>day he goes to the</a:t>
            </a:r>
          </a:p>
          <a:p>
            <a:r>
              <a:rPr lang="en-US" dirty="0"/>
              <a:t>library and picks a book</a:t>
            </a:r>
          </a:p>
          <a:p>
            <a:r>
              <a:rPr lang="en-US" dirty="0"/>
              <a:t>to read he sits by</a:t>
            </a:r>
          </a:p>
          <a:p>
            <a:r>
              <a:rPr lang="en-US" dirty="0"/>
              <a:t>the window and reads for</a:t>
            </a:r>
          </a:p>
          <a:p>
            <a:r>
              <a:rPr lang="en-US" dirty="0"/>
              <a:t>many hours he loves stories</a:t>
            </a:r>
          </a:p>
          <a:p>
            <a:r>
              <a:rPr lang="en-US" dirty="0"/>
              <a:t>about space and far away</a:t>
            </a:r>
          </a:p>
          <a:p>
            <a:r>
              <a:rPr lang="en-US" dirty="0"/>
              <a:t>worlds",</a:t>
            </a:r>
          </a:p>
          <a:p>
            <a:r>
              <a:rPr lang="en-US" dirty="0"/>
              <a:t> "the sun rises in the</a:t>
            </a:r>
          </a:p>
          <a:p>
            <a:r>
              <a:rPr lang="en-US" dirty="0"/>
              <a:t>east and sets in the</a:t>
            </a:r>
          </a:p>
          <a:p>
            <a:r>
              <a:rPr lang="en-US" dirty="0"/>
              <a:t>west the moon shines at</a:t>
            </a:r>
          </a:p>
          <a:p>
            <a:r>
              <a:rPr lang="en-US" dirty="0"/>
              <a:t>night and lights up the</a:t>
            </a:r>
          </a:p>
          <a:p>
            <a:r>
              <a:rPr lang="en-US" dirty="0"/>
              <a:t>dark sky the stars are</a:t>
            </a:r>
          </a:p>
          <a:p>
            <a:r>
              <a:rPr lang="en-US" dirty="0"/>
              <a:t>tiny dots of light that</a:t>
            </a:r>
          </a:p>
          <a:p>
            <a:r>
              <a:rPr lang="en-US" dirty="0"/>
              <a:t>fill the night we can</a:t>
            </a:r>
          </a:p>
          <a:p>
            <a:r>
              <a:rPr lang="en-US" dirty="0"/>
              <a:t>see them on a clear</a:t>
            </a:r>
          </a:p>
          <a:p>
            <a:r>
              <a:rPr lang="en-US" dirty="0"/>
              <a:t>dark night",</a:t>
            </a:r>
          </a:p>
          <a:p>
            <a:r>
              <a:rPr lang="en-US" dirty="0"/>
              <a:t>  ],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4321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429380-364D-FD10-A574-580DBB94F46C}"/>
              </a:ext>
            </a:extLst>
          </p:cNvPr>
          <p:cNvSpPr txBox="1"/>
          <p:nvPr/>
        </p:nvSpPr>
        <p:spPr>
          <a:xfrm>
            <a:off x="0" y="0"/>
            <a:ext cx="4066947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medium: [</a:t>
            </a:r>
          </a:p>
          <a:p>
            <a:r>
              <a:rPr lang="en-US" sz="1600" dirty="0"/>
              <a:t>    "The quick brown fox jumps</a:t>
            </a:r>
          </a:p>
          <a:p>
            <a:r>
              <a:rPr lang="en-US" sz="1600" dirty="0"/>
              <a:t>over the lazy dog near</a:t>
            </a:r>
          </a:p>
          <a:p>
            <a:r>
              <a:rPr lang="en-US" sz="1600" dirty="0"/>
              <a:t>the riverbank Several birds took</a:t>
            </a:r>
          </a:p>
          <a:p>
            <a:r>
              <a:rPr lang="en-US" sz="1600" dirty="0"/>
              <a:t>flight as the commotion startled</a:t>
            </a:r>
          </a:p>
          <a:p>
            <a:r>
              <a:rPr lang="en-US" sz="1600" dirty="0"/>
              <a:t>them Nature has a remarkable</a:t>
            </a:r>
          </a:p>
          <a:p>
            <a:r>
              <a:rPr lang="en-US" sz="1600" dirty="0"/>
              <a:t>way of balancing chaos and</a:t>
            </a:r>
          </a:p>
          <a:p>
            <a:r>
              <a:rPr lang="en-US" sz="1600" dirty="0"/>
              <a:t>tranquility in every moment we</a:t>
            </a:r>
          </a:p>
          <a:p>
            <a:r>
              <a:rPr lang="en-US" sz="1600" dirty="0"/>
              <a:t>observe", "Learning to type faster requires</a:t>
            </a:r>
          </a:p>
          <a:p>
            <a:r>
              <a:rPr lang="en-US" sz="1600" dirty="0"/>
              <a:t>consistent practice and focused attention</a:t>
            </a:r>
          </a:p>
          <a:p>
            <a:r>
              <a:rPr lang="en-US" sz="1600" dirty="0"/>
              <a:t>Your fingers should rest on</a:t>
            </a:r>
          </a:p>
          <a:p>
            <a:r>
              <a:rPr lang="en-US" sz="1600" dirty="0"/>
              <a:t>the home row keys moving</a:t>
            </a:r>
          </a:p>
          <a:p>
            <a:r>
              <a:rPr lang="en-US" sz="1600" dirty="0"/>
              <a:t>efficiently to each letter Over</a:t>
            </a:r>
          </a:p>
          <a:p>
            <a:r>
              <a:rPr lang="en-US" sz="1600" dirty="0"/>
              <a:t>time muscle memory takes over</a:t>
            </a:r>
          </a:p>
          <a:p>
            <a:r>
              <a:rPr lang="en-US" sz="1600" dirty="0"/>
              <a:t>and speed increases naturally",</a:t>
            </a:r>
          </a:p>
          <a:p>
            <a:r>
              <a:rPr lang="en-US" sz="1600" dirty="0"/>
              <a:t> "Modern technology has transformed the</a:t>
            </a:r>
          </a:p>
          <a:p>
            <a:r>
              <a:rPr lang="en-US" sz="1600" dirty="0"/>
              <a:t>way humans communicate and share</a:t>
            </a:r>
          </a:p>
          <a:p>
            <a:r>
              <a:rPr lang="en-US" sz="1600" dirty="0"/>
              <a:t>information Social networks connect billions</a:t>
            </a:r>
          </a:p>
          <a:p>
            <a:r>
              <a:rPr lang="en-US" sz="1600" dirty="0"/>
              <a:t>of people across different time</a:t>
            </a:r>
          </a:p>
          <a:p>
            <a:r>
              <a:rPr lang="en-US" sz="1600" dirty="0"/>
              <a:t>zones and cultures Yet meaningful</a:t>
            </a:r>
          </a:p>
          <a:p>
            <a:r>
              <a:rPr lang="en-US" sz="1600" dirty="0"/>
              <a:t>conversation still depends on clarity</a:t>
            </a:r>
          </a:p>
          <a:p>
            <a:r>
              <a:rPr lang="en-US" sz="1600" dirty="0"/>
              <a:t>and thoughtful expression",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B6B9B-F648-1D2C-0F62-99A158CA845C}"/>
              </a:ext>
            </a:extLst>
          </p:cNvPr>
          <p:cNvSpPr txBox="1"/>
          <p:nvPr/>
        </p:nvSpPr>
        <p:spPr>
          <a:xfrm>
            <a:off x="4066947" y="0"/>
            <a:ext cx="4637423" cy="68018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 "Scientists discovered that deep ocean</a:t>
            </a:r>
          </a:p>
          <a:p>
            <a:r>
              <a:rPr lang="en-IN" sz="1600" dirty="0"/>
              <a:t>trenches </a:t>
            </a:r>
            <a:r>
              <a:rPr lang="en-IN" sz="1600" dirty="0" err="1"/>
              <a:t>harbor</a:t>
            </a:r>
            <a:r>
              <a:rPr lang="en-IN" sz="1600" dirty="0"/>
              <a:t> unique ecosystems thriving</a:t>
            </a:r>
          </a:p>
          <a:p>
            <a:r>
              <a:rPr lang="en-IN" sz="1600" dirty="0"/>
              <a:t>under extreme pressure Bioluminescent creatures</a:t>
            </a:r>
          </a:p>
          <a:p>
            <a:r>
              <a:rPr lang="en-IN" sz="1600" dirty="0"/>
              <a:t>navigate the perpetual darkness using</a:t>
            </a:r>
          </a:p>
          <a:p>
            <a:r>
              <a:rPr lang="en-IN" sz="1600" dirty="0"/>
              <a:t>chemical light These environments challenge</a:t>
            </a:r>
          </a:p>
          <a:p>
            <a:r>
              <a:rPr lang="en-IN" sz="1600" dirty="0"/>
              <a:t>our understanding of where life</a:t>
            </a:r>
          </a:p>
          <a:p>
            <a:r>
              <a:rPr lang="en-IN" sz="1600" dirty="0"/>
              <a:t>can exist",</a:t>
            </a:r>
          </a:p>
          <a:p>
            <a:r>
              <a:rPr lang="en-IN" sz="1600" dirty="0"/>
              <a:t>  ],</a:t>
            </a:r>
          </a:p>
          <a:p>
            <a:r>
              <a:rPr lang="en-US" sz="1600" dirty="0"/>
              <a:t> hard: [</a:t>
            </a:r>
          </a:p>
          <a:p>
            <a:r>
              <a:rPr lang="en-US" sz="1600" dirty="0"/>
              <a:t>    "Cryptographic algorithms such as RSA</a:t>
            </a:r>
          </a:p>
          <a:p>
            <a:r>
              <a:rPr lang="en-US" sz="1600" dirty="0"/>
              <a:t>and AES 256 protect sensitive</a:t>
            </a:r>
          </a:p>
          <a:p>
            <a:r>
              <a:rPr lang="en-US" sz="1600" dirty="0"/>
              <a:t>data through mathematical complexity Developers</a:t>
            </a:r>
          </a:p>
          <a:p>
            <a:r>
              <a:rPr lang="en-US" sz="1600" dirty="0"/>
              <a:t>must implement proper key rotation</a:t>
            </a:r>
          </a:p>
          <a:p>
            <a:r>
              <a:rPr lang="en-US" sz="1600" dirty="0"/>
              <a:t>salted hashing and secure transport</a:t>
            </a:r>
          </a:p>
          <a:p>
            <a:r>
              <a:rPr lang="en-US" sz="1600" dirty="0"/>
              <a:t>layers TLS 1 3 to</a:t>
            </a:r>
          </a:p>
          <a:p>
            <a:r>
              <a:rPr lang="en-US" sz="1600" dirty="0"/>
              <a:t>prevent vulnerabilities Always audit dependencies</a:t>
            </a:r>
          </a:p>
          <a:p>
            <a:r>
              <a:rPr lang="en-US" sz="1600" dirty="0"/>
              <a:t>one misconfigured package can compromise</a:t>
            </a:r>
          </a:p>
          <a:p>
            <a:r>
              <a:rPr lang="en-US" sz="1600" dirty="0"/>
              <a:t>an entire system",</a:t>
            </a:r>
          </a:p>
          <a:p>
            <a:r>
              <a:rPr lang="en-US" sz="1600" dirty="0"/>
              <a:t> "The phenomenon of quantum entanglement</a:t>
            </a:r>
          </a:p>
          <a:p>
            <a:r>
              <a:rPr lang="en-US" sz="1600" dirty="0"/>
              <a:t>suggests that particles once linked</a:t>
            </a:r>
          </a:p>
          <a:p>
            <a:r>
              <a:rPr lang="en-US" sz="1600" dirty="0"/>
              <a:t>instantaneously affect each other regardless</a:t>
            </a:r>
          </a:p>
          <a:p>
            <a:r>
              <a:rPr lang="en-US" sz="1600" dirty="0"/>
              <a:t>of distance defying classical physics</a:t>
            </a:r>
          </a:p>
          <a:p>
            <a:r>
              <a:rPr lang="en-US" sz="1600" dirty="0"/>
              <a:t>Einstein famously called this spooky</a:t>
            </a:r>
          </a:p>
          <a:p>
            <a:r>
              <a:rPr lang="en-US" sz="1600" dirty="0"/>
              <a:t>action at a distance Modern</a:t>
            </a:r>
          </a:p>
          <a:p>
            <a:r>
              <a:rPr lang="en-US" sz="1600" dirty="0"/>
              <a:t>quantum computers exploit superposition and</a:t>
            </a:r>
          </a:p>
          <a:p>
            <a:r>
              <a:rPr lang="en-US" sz="1600" dirty="0"/>
              <a:t>entanglement to solve problems exponentially</a:t>
            </a:r>
          </a:p>
          <a:p>
            <a:r>
              <a:rPr lang="en-US" sz="1600" dirty="0"/>
              <a:t>faster",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87E8BD-8FA9-B6C9-04B6-E85CB54CB12C}"/>
              </a:ext>
            </a:extLst>
          </p:cNvPr>
          <p:cNvSpPr txBox="1"/>
          <p:nvPr/>
        </p:nvSpPr>
        <p:spPr>
          <a:xfrm>
            <a:off x="8704370" y="-11575"/>
            <a:ext cx="3355021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 "In distributed systems the CAP</a:t>
            </a:r>
          </a:p>
          <a:p>
            <a:r>
              <a:rPr lang="en-US" sz="1200" dirty="0"/>
              <a:t>theorem states consistency availability and</a:t>
            </a:r>
          </a:p>
          <a:p>
            <a:r>
              <a:rPr lang="en-US" sz="1200" dirty="0"/>
              <a:t>partition tolerance cannot all be</a:t>
            </a:r>
          </a:p>
          <a:p>
            <a:r>
              <a:rPr lang="en-US" sz="1200" dirty="0"/>
              <a:t>guaranteed simultaneously Engineers must make</a:t>
            </a:r>
          </a:p>
          <a:p>
            <a:r>
              <a:rPr lang="en-US" sz="1200" dirty="0"/>
              <a:t>trade offs for example Apache</a:t>
            </a:r>
          </a:p>
          <a:p>
            <a:r>
              <a:rPr lang="en-US" sz="1200" dirty="0"/>
              <a:t>Kafka prioritizes throughput and fault</a:t>
            </a:r>
          </a:p>
          <a:p>
            <a:r>
              <a:rPr lang="en-US" sz="1200" dirty="0"/>
              <a:t>tolerance over strict consistency Understanding</a:t>
            </a:r>
          </a:p>
          <a:p>
            <a:r>
              <a:rPr lang="en-US" sz="1200" dirty="0"/>
              <a:t>these trade offs is crucial</a:t>
            </a:r>
          </a:p>
          <a:p>
            <a:r>
              <a:rPr lang="en-US" sz="1200" dirty="0"/>
              <a:t>for scalable architecture",</a:t>
            </a:r>
          </a:p>
          <a:p>
            <a:r>
              <a:rPr lang="en-US" sz="1200" dirty="0"/>
              <a:t> "Object oriented design relies on</a:t>
            </a:r>
          </a:p>
          <a:p>
            <a:r>
              <a:rPr lang="en-US" sz="1200" dirty="0"/>
              <a:t>four pillars encapsulation abstraction inheritance</a:t>
            </a:r>
          </a:p>
          <a:p>
            <a:r>
              <a:rPr lang="en-US" sz="1200" dirty="0"/>
              <a:t>and polymorphism Well structured code</a:t>
            </a:r>
          </a:p>
          <a:p>
            <a:r>
              <a:rPr lang="en-US" sz="1200" dirty="0"/>
              <a:t>adheres to SOLID principles particularly</a:t>
            </a:r>
          </a:p>
          <a:p>
            <a:r>
              <a:rPr lang="en-US" sz="1200" dirty="0"/>
              <a:t>the single responsibility principle Refactoring</a:t>
            </a:r>
          </a:p>
          <a:p>
            <a:r>
              <a:rPr lang="en-US" sz="1200" dirty="0"/>
              <a:t>legacy code Watch for code</a:t>
            </a:r>
          </a:p>
          <a:p>
            <a:r>
              <a:rPr lang="en-US" sz="1200" dirty="0"/>
              <a:t>smells long methods deep nesting</a:t>
            </a:r>
          </a:p>
          <a:p>
            <a:r>
              <a:rPr lang="en-US" sz="1200" dirty="0"/>
              <a:t>and duplicated logic",</a:t>
            </a:r>
          </a:p>
          <a:p>
            <a:r>
              <a:rPr lang="en-US" sz="1200" dirty="0"/>
              <a:t>  ],</a:t>
            </a:r>
          </a:p>
          <a:p>
            <a:r>
              <a:rPr lang="en-IN" sz="1200" dirty="0"/>
              <a:t> code: [</a:t>
            </a:r>
          </a:p>
          <a:p>
            <a:r>
              <a:rPr lang="en-IN" sz="1200" dirty="0"/>
              <a:t>    "</a:t>
            </a:r>
            <a:r>
              <a:rPr lang="en-IN" sz="1200" dirty="0" err="1"/>
              <a:t>const</a:t>
            </a:r>
            <a:r>
              <a:rPr lang="en-IN" sz="1200" dirty="0"/>
              <a:t> </a:t>
            </a:r>
            <a:r>
              <a:rPr lang="en-IN" sz="1200" dirty="0" err="1"/>
              <a:t>fetchData</a:t>
            </a:r>
            <a:r>
              <a:rPr lang="en-IN" sz="1200" dirty="0"/>
              <a:t> async </a:t>
            </a:r>
            <a:r>
              <a:rPr lang="en-IN" sz="1200" dirty="0" err="1"/>
              <a:t>url</a:t>
            </a:r>
            <a:r>
              <a:rPr lang="en-IN" sz="1200" dirty="0"/>
              <a:t> try</a:t>
            </a:r>
          </a:p>
          <a:p>
            <a:r>
              <a:rPr lang="en-IN" sz="1200" dirty="0" err="1"/>
              <a:t>const</a:t>
            </a:r>
            <a:r>
              <a:rPr lang="en-IN" sz="1200" dirty="0"/>
              <a:t> res await fetch </a:t>
            </a:r>
            <a:r>
              <a:rPr lang="en-IN" sz="1200" dirty="0" err="1"/>
              <a:t>url</a:t>
            </a:r>
            <a:endParaRPr lang="en-IN" sz="1200" dirty="0"/>
          </a:p>
          <a:p>
            <a:r>
              <a:rPr lang="en-IN" sz="1200" dirty="0"/>
              <a:t>if not ok throw new</a:t>
            </a:r>
          </a:p>
          <a:p>
            <a:r>
              <a:rPr lang="en-IN" sz="1200" dirty="0"/>
              <a:t>Error Network error </a:t>
            </a:r>
            <a:r>
              <a:rPr lang="en-IN" sz="1200" dirty="0" err="1"/>
              <a:t>const</a:t>
            </a:r>
            <a:r>
              <a:rPr lang="en-IN" sz="1200" dirty="0"/>
              <a:t> data</a:t>
            </a:r>
          </a:p>
          <a:p>
            <a:r>
              <a:rPr lang="en-IN" sz="1200" dirty="0"/>
              <a:t>await res </a:t>
            </a:r>
            <a:r>
              <a:rPr lang="en-IN" sz="1200" dirty="0" err="1"/>
              <a:t>json</a:t>
            </a:r>
            <a:r>
              <a:rPr lang="en-IN" sz="1200" dirty="0"/>
              <a:t> return data</a:t>
            </a:r>
          </a:p>
          <a:p>
            <a:r>
              <a:rPr lang="en-IN" sz="1200" dirty="0"/>
              <a:t>catch err console error Failed</a:t>
            </a:r>
          </a:p>
          <a:p>
            <a:r>
              <a:rPr lang="en-IN" sz="1200" dirty="0"/>
              <a:t>err message return null",</a:t>
            </a:r>
          </a:p>
          <a:p>
            <a:r>
              <a:rPr lang="en-US" sz="1200" dirty="0"/>
              <a:t> "function </a:t>
            </a:r>
            <a:r>
              <a:rPr lang="en-US" sz="1200" dirty="0" err="1"/>
              <a:t>mergeSort</a:t>
            </a:r>
            <a:r>
              <a:rPr lang="en-US" sz="1200" dirty="0"/>
              <a:t> </a:t>
            </a:r>
            <a:r>
              <a:rPr lang="en-US" sz="1200" dirty="0" err="1"/>
              <a:t>arr</a:t>
            </a:r>
            <a:r>
              <a:rPr lang="en-US" sz="1200" dirty="0"/>
              <a:t> if </a:t>
            </a:r>
            <a:r>
              <a:rPr lang="en-US" sz="1200" dirty="0" err="1"/>
              <a:t>arr</a:t>
            </a:r>
            <a:endParaRPr lang="en-US" sz="1200" dirty="0"/>
          </a:p>
          <a:p>
            <a:r>
              <a:rPr lang="en-US" sz="1200" dirty="0"/>
              <a:t>length less than equal one</a:t>
            </a:r>
          </a:p>
          <a:p>
            <a:r>
              <a:rPr lang="en-US" sz="1200" dirty="0"/>
              <a:t>return </a:t>
            </a:r>
            <a:r>
              <a:rPr lang="en-US" sz="1200" dirty="0" err="1"/>
              <a:t>arr</a:t>
            </a:r>
            <a:r>
              <a:rPr lang="en-US" sz="1200" dirty="0"/>
              <a:t> const mid Math</a:t>
            </a:r>
          </a:p>
          <a:p>
            <a:r>
              <a:rPr lang="en-US" sz="1200" dirty="0"/>
              <a:t>floor </a:t>
            </a:r>
            <a:r>
              <a:rPr lang="en-US" sz="1200" dirty="0" err="1"/>
              <a:t>arr</a:t>
            </a:r>
            <a:r>
              <a:rPr lang="en-US" sz="1200" dirty="0"/>
              <a:t> length divided by</a:t>
            </a:r>
          </a:p>
          <a:p>
            <a:r>
              <a:rPr lang="en-US" sz="1200" dirty="0"/>
              <a:t>two const left </a:t>
            </a:r>
            <a:r>
              <a:rPr lang="en-US" sz="1200" dirty="0" err="1"/>
              <a:t>mergeSort</a:t>
            </a:r>
            <a:r>
              <a:rPr lang="en-US" sz="1200" dirty="0"/>
              <a:t> </a:t>
            </a:r>
            <a:r>
              <a:rPr lang="en-US" sz="1200" dirty="0" err="1"/>
              <a:t>arr</a:t>
            </a:r>
            <a:endParaRPr lang="en-US" sz="1200" dirty="0"/>
          </a:p>
          <a:p>
            <a:r>
              <a:rPr lang="en-US" sz="1200" dirty="0"/>
              <a:t>slice zero mid const right</a:t>
            </a:r>
          </a:p>
          <a:p>
            <a:r>
              <a:rPr lang="en-US" sz="1200" dirty="0" err="1"/>
              <a:t>mergeSort</a:t>
            </a:r>
            <a:r>
              <a:rPr lang="en-US" sz="1200" dirty="0"/>
              <a:t> </a:t>
            </a:r>
            <a:r>
              <a:rPr lang="en-US" sz="1200" dirty="0" err="1"/>
              <a:t>arr</a:t>
            </a:r>
            <a:r>
              <a:rPr lang="en-US" sz="1200" dirty="0"/>
              <a:t> slice mid return</a:t>
            </a:r>
          </a:p>
          <a:p>
            <a:r>
              <a:rPr lang="en-US" sz="1200" dirty="0"/>
              <a:t>merge left right",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991908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20610E-A99F-60F8-3AA5-CA0773DB98B2}"/>
              </a:ext>
            </a:extLst>
          </p:cNvPr>
          <p:cNvSpPr txBox="1"/>
          <p:nvPr/>
        </p:nvSpPr>
        <p:spPr>
          <a:xfrm>
            <a:off x="0" y="0"/>
            <a:ext cx="3186000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 "class EventEmitter constructor</a:t>
            </a:r>
          </a:p>
          <a:p>
            <a:r>
              <a:rPr lang="en-US" sz="1600" dirty="0"/>
              <a:t> this events</a:t>
            </a:r>
          </a:p>
          <a:p>
            <a:r>
              <a:rPr lang="en-US" sz="1600" dirty="0"/>
              <a:t>empty object on event listener</a:t>
            </a:r>
          </a:p>
          <a:p>
            <a:r>
              <a:rPr lang="en-US" sz="1600" dirty="0"/>
              <a:t>if not events event create</a:t>
            </a:r>
          </a:p>
          <a:p>
            <a:r>
              <a:rPr lang="en-US" sz="1600" dirty="0"/>
              <a:t>array push listener emit event</a:t>
            </a:r>
          </a:p>
          <a:p>
            <a:r>
              <a:rPr lang="en-US" sz="1600" dirty="0" err="1"/>
              <a:t>args</a:t>
            </a:r>
            <a:r>
              <a:rPr lang="en-US" sz="1600" dirty="0"/>
              <a:t> run each function",</a:t>
            </a:r>
          </a:p>
          <a:p>
            <a:r>
              <a:rPr lang="en-IN" sz="1600" dirty="0"/>
              <a:t> "</a:t>
            </a:r>
            <a:r>
              <a:rPr lang="en-IN" sz="1600" dirty="0" err="1"/>
              <a:t>const</a:t>
            </a:r>
            <a:r>
              <a:rPr lang="en-IN" sz="1600" dirty="0"/>
              <a:t> debounce </a:t>
            </a:r>
            <a:r>
              <a:rPr lang="en-IN" sz="1600" dirty="0" err="1"/>
              <a:t>fn</a:t>
            </a:r>
            <a:r>
              <a:rPr lang="en-IN" sz="1600" dirty="0"/>
              <a:t> delay let timer</a:t>
            </a:r>
          </a:p>
          <a:p>
            <a:r>
              <a:rPr lang="en-IN" sz="1600" dirty="0"/>
              <a:t>return </a:t>
            </a:r>
            <a:r>
              <a:rPr lang="en-IN" sz="1600" dirty="0" err="1"/>
              <a:t>args</a:t>
            </a:r>
            <a:r>
              <a:rPr lang="en-IN" sz="1600" dirty="0"/>
              <a:t> </a:t>
            </a:r>
            <a:r>
              <a:rPr lang="en-IN" sz="1600" dirty="0" err="1"/>
              <a:t>clearTimeout</a:t>
            </a:r>
            <a:r>
              <a:rPr lang="en-IN" sz="1600" dirty="0"/>
              <a:t> timer </a:t>
            </a:r>
          </a:p>
          <a:p>
            <a:r>
              <a:rPr lang="en-IN" sz="1600" dirty="0" err="1"/>
              <a:t>setTimeout</a:t>
            </a:r>
            <a:endParaRPr lang="en-IN" sz="1600" dirty="0"/>
          </a:p>
          <a:p>
            <a:r>
              <a:rPr lang="en-IN" sz="1600" dirty="0"/>
              <a:t>call </a:t>
            </a:r>
            <a:r>
              <a:rPr lang="en-IN" sz="1600" dirty="0" err="1"/>
              <a:t>fn</a:t>
            </a:r>
            <a:r>
              <a:rPr lang="en-IN" sz="1600" dirty="0"/>
              <a:t> apply this </a:t>
            </a:r>
            <a:r>
              <a:rPr lang="en-IN" sz="1600" dirty="0" err="1"/>
              <a:t>args</a:t>
            </a:r>
            <a:r>
              <a:rPr lang="en-IN" sz="1600" dirty="0"/>
              <a:t> delay</a:t>
            </a:r>
          </a:p>
          <a:p>
            <a:r>
              <a:rPr lang="en-IN" sz="1600" dirty="0"/>
              <a:t>window </a:t>
            </a:r>
            <a:r>
              <a:rPr lang="en-IN" sz="1600" dirty="0" err="1"/>
              <a:t>addEventListener</a:t>
            </a:r>
            <a:r>
              <a:rPr lang="en-IN" sz="1600" dirty="0"/>
              <a:t> resize</a:t>
            </a:r>
          </a:p>
          <a:p>
            <a:r>
              <a:rPr lang="en-IN" sz="1600" dirty="0"/>
              <a:t> debounce </a:t>
            </a:r>
            <a:r>
              <a:rPr lang="en-IN" sz="1600" dirty="0" err="1"/>
              <a:t>handleResize</a:t>
            </a:r>
            <a:endParaRPr lang="en-IN" sz="1600" dirty="0"/>
          </a:p>
          <a:p>
            <a:r>
              <a:rPr lang="en-IN" sz="1600" dirty="0"/>
              <a:t>three hundred",</a:t>
            </a:r>
          </a:p>
          <a:p>
            <a:r>
              <a:rPr lang="en-IN" sz="1600" dirty="0"/>
              <a:t>  ],</a:t>
            </a:r>
          </a:p>
          <a:p>
            <a:r>
              <a:rPr lang="en-IN" sz="1600" dirty="0"/>
              <a:t>};</a:t>
            </a:r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19688-AD55-A28A-41E1-3A70E631BFF1}"/>
              </a:ext>
            </a:extLst>
          </p:cNvPr>
          <p:cNvSpPr txBox="1"/>
          <p:nvPr/>
        </p:nvSpPr>
        <p:spPr>
          <a:xfrm>
            <a:off x="4791919" y="0"/>
            <a:ext cx="7293279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u="sng" dirty="0"/>
              <a:t>Index.js</a:t>
            </a:r>
          </a:p>
          <a:p>
            <a:endParaRPr lang="en-US" sz="3600" b="1" u="sng" dirty="0"/>
          </a:p>
          <a:p>
            <a:r>
              <a:rPr lang="en-US" sz="2800" dirty="0"/>
              <a:t>import React from 'react’;</a:t>
            </a:r>
          </a:p>
          <a:p>
            <a:endParaRPr lang="en-US" sz="2800" dirty="0"/>
          </a:p>
          <a:p>
            <a:r>
              <a:rPr lang="en-US" sz="2800" dirty="0"/>
              <a:t>import </a:t>
            </a:r>
            <a:r>
              <a:rPr lang="en-US" sz="2800" dirty="0" err="1"/>
              <a:t>ReactDOM</a:t>
            </a:r>
            <a:r>
              <a:rPr lang="en-US" sz="2800" dirty="0"/>
              <a:t> from </a:t>
            </a:r>
          </a:p>
          <a:p>
            <a:r>
              <a:rPr lang="en-US" sz="2800" dirty="0"/>
              <a:t>'react-</a:t>
            </a:r>
            <a:r>
              <a:rPr lang="en-US" sz="2800" dirty="0" err="1"/>
              <a:t>dom</a:t>
            </a:r>
            <a:r>
              <a:rPr lang="en-US" sz="2800" dirty="0"/>
              <a:t>/</a:t>
            </a:r>
            <a:r>
              <a:rPr lang="en-US" sz="2800" dirty="0" err="1"/>
              <a:t>client';import</a:t>
            </a:r>
            <a:r>
              <a:rPr lang="en-US" sz="2800" dirty="0"/>
              <a:t> './App.css’;</a:t>
            </a:r>
          </a:p>
          <a:p>
            <a:endParaRPr lang="en-US" sz="2800" dirty="0"/>
          </a:p>
          <a:p>
            <a:r>
              <a:rPr lang="en-US" sz="2800" dirty="0"/>
              <a:t>import App from </a:t>
            </a:r>
          </a:p>
          <a:p>
            <a:r>
              <a:rPr lang="en-US" sz="2800" dirty="0"/>
              <a:t>'./</a:t>
            </a:r>
            <a:r>
              <a:rPr lang="en-US" sz="2800" dirty="0" err="1"/>
              <a:t>App';const</a:t>
            </a:r>
            <a:r>
              <a:rPr lang="en-US" sz="2800" dirty="0"/>
              <a:t> root = </a:t>
            </a:r>
            <a:r>
              <a:rPr lang="en-US" sz="2800" dirty="0" err="1"/>
              <a:t>ReactDOM.createRoot</a:t>
            </a:r>
            <a:endParaRPr lang="en-US" sz="2800" dirty="0"/>
          </a:p>
          <a:p>
            <a:r>
              <a:rPr lang="en-US" sz="2800" dirty="0"/>
              <a:t>(</a:t>
            </a:r>
            <a:r>
              <a:rPr lang="en-US" sz="2800" dirty="0" err="1"/>
              <a:t>document.getElementById</a:t>
            </a:r>
            <a:r>
              <a:rPr lang="en-US" sz="2800" dirty="0"/>
              <a:t>('root’));</a:t>
            </a:r>
          </a:p>
          <a:p>
            <a:r>
              <a:rPr lang="en-US" sz="2800" dirty="0" err="1"/>
              <a:t>root.render</a:t>
            </a:r>
            <a:r>
              <a:rPr lang="en-US" sz="2800" dirty="0"/>
              <a:t>(  &lt;</a:t>
            </a:r>
            <a:r>
              <a:rPr lang="en-US" sz="2800" dirty="0" err="1"/>
              <a:t>React.StrictMode</a:t>
            </a:r>
            <a:r>
              <a:rPr lang="en-US" sz="2800" dirty="0"/>
              <a:t>&gt;    &lt;App /&gt;  </a:t>
            </a:r>
          </a:p>
          <a:p>
            <a:r>
              <a:rPr lang="en-US" sz="2800" dirty="0"/>
              <a:t>&lt;/</a:t>
            </a:r>
            <a:r>
              <a:rPr lang="en-US" sz="2800" dirty="0" err="1"/>
              <a:t>React.StrictMode</a:t>
            </a:r>
            <a:r>
              <a:rPr lang="en-US" sz="2800" dirty="0"/>
              <a:t>&gt;);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82118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Jim Carrey Typing GIFs | Tenor">
            <a:extLst>
              <a:ext uri="{FF2B5EF4-FFF2-40B4-BE49-F238E27FC236}">
                <a16:creationId xmlns:a16="http://schemas.microsoft.com/office/drawing/2014/main" id="{036AA184-2B5F-5AEF-4D16-F39E1FA7A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brightnessContrast brigh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53C378-5D4D-EB3D-C34E-C8A00051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600"/>
            <a:ext cx="11840901" cy="5687028"/>
          </a:xfrm>
        </p:spPr>
        <p:txBody>
          <a:bodyPr>
            <a:normAutofit/>
          </a:bodyPr>
          <a:lstStyle/>
          <a:p>
            <a:r>
              <a:rPr lang="en-US" sz="2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824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C387C7-9FFF-BED2-1568-CE8000D4A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68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A04D1B-BA7D-3020-4D26-9E825E37F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77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54813-A4A4-40E2-D517-431F7C223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073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57</TotalTime>
  <Words>1522</Words>
  <Application>Microsoft Office PowerPoint</Application>
  <PresentationFormat>Widescreen</PresentationFormat>
  <Paragraphs>325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Calisto MT</vt:lpstr>
      <vt:lpstr>Times New Roman</vt:lpstr>
      <vt:lpstr>Wingdings 2</vt:lpstr>
      <vt:lpstr>Slate</vt:lpstr>
      <vt:lpstr>Typing Speed Calculator</vt:lpstr>
      <vt:lpstr>Team Information</vt:lpstr>
      <vt:lpstr>Project Summary</vt:lpstr>
      <vt:lpstr>PowerPoint Presentation</vt:lpstr>
      <vt:lpstr>How Does The Code Work?</vt:lpstr>
      <vt:lpstr>PowerPoint Presentation</vt:lpstr>
      <vt:lpstr>PowerPoint Presentation</vt:lpstr>
      <vt:lpstr>Source Code</vt:lpstr>
      <vt:lpstr>App.css</vt:lpstr>
      <vt:lpstr>PowerPoint Presentation</vt:lpstr>
      <vt:lpstr>PowerPoint Presentation</vt:lpstr>
      <vt:lpstr>PowerPoint Presentation</vt:lpstr>
      <vt:lpstr>PowerPoint Presentation</vt:lpstr>
      <vt:lpstr>Output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Junaid Ahamed</dc:creator>
  <cp:lastModifiedBy>Junaid Ahamed</cp:lastModifiedBy>
  <cp:revision>3</cp:revision>
  <dcterms:created xsi:type="dcterms:W3CDTF">2026-04-01T17:21:07Z</dcterms:created>
  <dcterms:modified xsi:type="dcterms:W3CDTF">2026-04-01T18:18:42Z</dcterms:modified>
</cp:coreProperties>
</file>